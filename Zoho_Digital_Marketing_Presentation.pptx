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s8CZ0hGo9LvQ6WlRhp+UGwNpL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Top Countries by Traffic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Share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9A-430F-A4DC-75945D143A9F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9A-430F-A4DC-75945D143A9F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9A-430F-A4DC-75945D143A9F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9A-430F-A4DC-75945D143A9F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9A-430F-A4DC-75945D143A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United States</c:v>
                </c:pt>
                <c:pt idx="2">
                  <c:v>United Kingdom</c:v>
                </c:pt>
                <c:pt idx="3">
                  <c:v>Brazil</c:v>
                </c:pt>
                <c:pt idx="4">
                  <c:v>UAE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11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9A-430F-A4DC-75945D143A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4" name="Google Shape;514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centandember.my.canva.site/hello-scent-ember-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973606"/>
            <a:ext cx="8229600" cy="140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DIGITAL MARKETING PROJECT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2966537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Zoho Corporation Analysis &amp; Landing Page Development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3840480"/>
            <a:ext cx="82296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A Comprehensive Audit and Analysis for Effective Digital Presence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TABLE OF CONTENTS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457200" y="1005840"/>
            <a:ext cx="73152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280160" y="11887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280160" y="1645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Corporation Overview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280160" y="21031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Website Audit &amp; SEO Analysis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80160" y="2560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Page Performance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280160" y="3017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Digital Marketing Strategy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80160" y="34747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Case Study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80160" y="3931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Findings &amp; Recommendations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EXECUTIVE SUMMARY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320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457200" y="1012254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document presents a comprehensive digital marketing analysis of Zoho Corporation, including website audit findings, digital marketing strategy recommendations, and a landing page development case study for Scent &amp; Ember candle company (Imagination company).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200" y="2331720"/>
            <a:ext cx="2560320" cy="13716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265669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92/100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33832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SEO 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383280" y="2339614"/>
            <a:ext cx="2560320" cy="13716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383280" y="266129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8.9M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Organic Visitors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309360" y="2365599"/>
            <a:ext cx="2560320" cy="13716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309360" y="265669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$9.4M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309360" y="33832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Traffic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3843932"/>
            <a:ext cx="2134696" cy="35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Project Scope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437579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Thorough website audit identifying both strengths and opportunities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Strategic recommendations aligned with business goals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Actionable digital marketing tactics across multiple channels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ZOHO CORPORATION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57200" y="137160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Corporation is an Indian multinational technology company specializing in cloud-based business software solutions. Founded in 1996, the company serves over 100 million users globally with 45+ integrated applications covering Sales, Marketing, Finance, HR, and IT functions.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0" y="731520"/>
            <a:ext cx="30175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457200" y="2834640"/>
            <a:ext cx="2103120" cy="7315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48640" y="2926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1996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32918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Founded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834640" y="2834640"/>
            <a:ext cx="2103120" cy="7315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926080" y="29260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100M+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926080" y="32918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3749040"/>
            <a:ext cx="2103120" cy="7315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48640" y="3840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45+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4206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834640" y="3749040"/>
            <a:ext cx="2103120" cy="7315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926080" y="3840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Global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926080" y="4206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KEY PRODUCTS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1371600" y="12801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Zoho CRM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371600" y="16276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Flagship customer relationship management platform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2240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1371600" y="21945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Zoho Books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371600" y="2542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Accounting and financial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3154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371600" y="31089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Zoho People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371600" y="34564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Comprehensive HR management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371600" y="40233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Zoho One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371600" y="43708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All-in-one business operating system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WEBSITE AUDIT OVERVIEW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320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Tool Used: Rank Math SEO Analyzer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463040"/>
            <a:ext cx="3840480" cy="685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Overall Design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40080" y="18470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Professional, cohesive branding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0" y="1463040"/>
            <a:ext cx="41148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754880" y="16002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9/10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2331720"/>
            <a:ext cx="3840480" cy="685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4008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User Experience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0080" y="27157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Good navigation with some complexity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0" y="2331720"/>
            <a:ext cx="41148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754880" y="2468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8.5/10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3200400"/>
            <a:ext cx="3840480" cy="685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4008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SEO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0080" y="358444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backlinks, excellent technical SEO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0" y="3200400"/>
            <a:ext cx="41148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754880" y="3337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9.2/10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4069080"/>
            <a:ext cx="3840480" cy="685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40080" y="4160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Page Speed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44531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LCP: 1.9s, CLS: 0.0 (Excellent)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0" y="4069080"/>
            <a:ext cx="41148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754880" y="42062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Good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SEO AUDIT REPORT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1231151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lang="en-US" sz="7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92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2194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/ 100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26060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Overall SEO Score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Test Results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0" y="1554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5212080" y="1554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Passed Tests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315200" y="1554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25 / 28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2057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5212080" y="2057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Warnings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31520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5212080" y="2560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Failed Tests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0" y="2560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663440" y="3108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Common Keywords Found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63440" y="35661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663440" y="35661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989320" y="35661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989320" y="35661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Zoho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0" y="35661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315200" y="35661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663440" y="40233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663440" y="40233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89320" y="40233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989320" y="40233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315200" y="4023360"/>
            <a:ext cx="123444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315200" y="40233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ON-PAGE SEO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Title, Meta &amp; Headings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40080" y="15544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SEO Title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| Cloud Software Suite for Businesses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Meta Description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163 characters • Clearly communicates: 45+ applications, trusted by 100M+ users, end-to-end business solutions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Heading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H1: "Your life's work, powered by our life's work"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H2s: Zoho One, Brands that trust us, Zia (AI assistant), Zoho for Enterprise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lang="en-US" sz="1400" b="1" i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Insight: Strong alignment with brand and offerings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CONTENT &amp; LINKS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457200" y="1783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Image Optimization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images have ALT attributes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Improves accessibility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" y="3017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Enhanced image SEO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04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3383280" y="1783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Link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566160" y="2286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Internal Links: 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566160" y="26517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External Links: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566160" y="3017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Healthy link ratio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512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6309360" y="1783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Content Freshness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92240" y="2286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Last updated: Oct 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92240" y="26517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Needs update signals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48640" y="3977640"/>
            <a:ext cx="8229600" cy="7315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1371600" y="40233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Key Strength: Comprehensive image optimization with proper ALT tags enhances both accessibility and SEO performance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TECHNICAL SEO &amp; INDEXING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3200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1280160" y="1198917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Canonical &amp; Indexing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463040" y="1550434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Canonical tag correctly implemented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463040" y="1801894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Canonical URL: https://www.zoho.com/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463040" y="2033586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noindex meta tags found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2377440"/>
            <a:ext cx="8229600" cy="10515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303020" y="2379085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Schema &amp; OpenGraph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463040" y="2728975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Schema.org structured data present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463040" y="2941292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OpenGraph meta tags implemented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463040" y="3159416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Enhanced search result appearance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7200" y="3575304"/>
            <a:ext cx="8229600" cy="10515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703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1303020" y="358527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Sitemaps &amp; Robots.txt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463040" y="3929715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XML sitemap available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463040" y="4156276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Robots.txt present with Disallow directives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463040" y="4351292"/>
            <a:ext cx="7040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Requires periodic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MOBILE, SECURITY &amp; UX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0" y="1371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Mobile Optimization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1097280" y="2743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Responsive design using CSS media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3108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109728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Mobile speed performance is good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1097280" y="34747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Optimized for mobile-first indexing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1097280" y="38404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Core Web Vitals: Needs improvement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360" y="1371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493776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Security &amp; Server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HTTPS secure connection enabled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3108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521208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Directory listing disabled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5212080" y="34747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Theme not publicly visible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5212080" y="3840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visible plugins detected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900"/>
              <a:buFont typeface="Georgia"/>
              <a:buNone/>
            </a:pPr>
            <a:r>
              <a:rPr lang="en-US" sz="29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PERFORMANCE &amp; SPEED METRICS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0" y="320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457200" y="1188720"/>
            <a:ext cx="2011680" cy="10972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5 KB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57200" y="1874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HTML Size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22960" y="2148840"/>
            <a:ext cx="12801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2606040" y="1188720"/>
            <a:ext cx="2011680" cy="10972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2606040" y="1371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&lt; 0.8s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2606040" y="1874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2971800" y="2148840"/>
            <a:ext cx="12801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57200" y="2468880"/>
            <a:ext cx="2011680" cy="10972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457200" y="31546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Requests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822960" y="3429000"/>
            <a:ext cx="12801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2606040" y="2468880"/>
            <a:ext cx="2011680" cy="10972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2606040" y="2651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2606040" y="31546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CSS Files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2971800" y="3429000"/>
            <a:ext cx="12801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Optimization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CSS files are minified for optimal performance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Some JavaScript files not minified (e.g., zcms.js) - improvement opportunity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CORE WEB VITALS - MOBILE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Google PageSpeed Insights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800"/>
              <a:buFont typeface="Georgia"/>
              <a:buNone/>
            </a:pPr>
            <a:r>
              <a:rPr lang="en-US" sz="1800" b="1" dirty="0">
                <a:solidFill>
                  <a:srgbClr val="92400E"/>
                </a:solidFill>
                <a:latin typeface="Georgia"/>
                <a:ea typeface="Georgia"/>
                <a:cs typeface="Georgia"/>
                <a:sym typeface="Georgia"/>
              </a:rPr>
              <a:t>⚠ Core Web Vitals Assessment: NEEDS IMPROVEMENT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7200" y="2377440"/>
            <a:ext cx="3840480" cy="5943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40080" y="24505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INP (Interaction)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40080" y="26974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Fast and smooth user interactions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0" y="2377440"/>
            <a:ext cx="411480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4754880" y="24505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Good 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7200" y="3063240"/>
            <a:ext cx="3840480" cy="5943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40080" y="31363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CLS (Layout Stability)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40080" y="3383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layout shifts while loading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572000" y="3063240"/>
            <a:ext cx="411480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754880" y="31363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Excellent ✓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57200" y="3749040"/>
            <a:ext cx="3840480" cy="5943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40080" y="38221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LCP (Loading Speed)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40080" y="40690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Main content loads slower than recommended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572000" y="3749040"/>
            <a:ext cx="41148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4754880" y="38221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Needs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57200" y="4434840"/>
            <a:ext cx="3840480" cy="5943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40080" y="45079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lang="en-US" sz="1400" b="1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FCP (First Paint)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40080" y="47548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First content appears later than ideal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4754880" y="45079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Needs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TRAFFIC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Source: Ahrefs Website Traffic Checker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" name="Google Shape;313;p14"/>
          <p:cNvGraphicFramePr/>
          <p:nvPr/>
        </p:nvGraphicFramePr>
        <p:xfrm>
          <a:off x="457200" y="14630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4" name="Google Shape;314;p14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Top Keywords (India)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846320" y="1920240"/>
            <a:ext cx="3840480" cy="4572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5029200" y="199339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mail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949440" y="1993392"/>
            <a:ext cx="5486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6949440" y="199339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589520" y="19933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lang="en-US" sz="13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906K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5029200" y="2542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949440" y="2542032"/>
            <a:ext cx="5486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949440" y="254203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7589520" y="25420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lang="en-US" sz="13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620K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846320" y="3017520"/>
            <a:ext cx="3840480" cy="4572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5029200" y="30906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books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949440" y="3090672"/>
            <a:ext cx="5486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949440" y="30906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589520" y="30906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lang="en-US" sz="13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371K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846320" y="3566160"/>
            <a:ext cx="3840480" cy="4572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5029200" y="36393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people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949440" y="3639312"/>
            <a:ext cx="5486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6949440" y="36393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7589520" y="36393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lang="en-US" sz="13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198K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5029200" y="4187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login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949440" y="4187952"/>
            <a:ext cx="54864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6949440" y="41879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lang="en-US" sz="1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7589520" y="418795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Georgia"/>
              <a:buNone/>
            </a:pPr>
            <a:r>
              <a:rPr lang="en-US" sz="13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182K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STRENGTHS &amp; IMPROVEMENT AREAS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188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Strengths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6916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960120" y="1691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SEO score (92/100)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2011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5"/>
          <p:cNvSpPr/>
          <p:nvPr/>
        </p:nvSpPr>
        <p:spPr>
          <a:xfrm>
            <a:off x="96012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technical and on-page SEO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2331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/>
          <p:nvPr/>
        </p:nvSpPr>
        <p:spPr>
          <a:xfrm>
            <a:off x="960120" y="23317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 loading, secure, mobile-friendly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2651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/>
          <p:nvPr/>
        </p:nvSpPr>
        <p:spPr>
          <a:xfrm>
            <a:off x="960120" y="2651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Well-structured headings and metadata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8" name="Google Shape;358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37760" y="1188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5"/>
          <p:cNvSpPr/>
          <p:nvPr/>
        </p:nvSpPr>
        <p:spPr>
          <a:xfrm>
            <a:off x="5303520" y="1143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Improvement Areas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16916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/>
          <p:nvPr/>
        </p:nvSpPr>
        <p:spPr>
          <a:xfrm>
            <a:off x="5257800" y="16916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Slightly shorten meta description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2011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5257800" y="20116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Refresh content update signals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2331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5"/>
          <p:cNvSpPr/>
          <p:nvPr/>
        </p:nvSpPr>
        <p:spPr>
          <a:xfrm>
            <a:off x="5257800" y="2331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Minify remaining JavaScript files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2651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/>
          <p:nvPr/>
        </p:nvSpPr>
        <p:spPr>
          <a:xfrm>
            <a:off x="5257800" y="2651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robots.txt rules periodically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" y="325138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5"/>
          <p:cNvSpPr/>
          <p:nvPr/>
        </p:nvSpPr>
        <p:spPr>
          <a:xfrm>
            <a:off x="1280160" y="3298089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85800" y="3822075"/>
            <a:ext cx="79551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300" dirty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Zoho's website is highly optimized for SEO and serves as a strong benchmark for enterprise SaaS websites, requiring only minor refinements for maximum performance. The site demonstrates enterprise-level technical optimization with strong foundations in security, mobile responsiveness, and search engine visibility.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DIGITAL MARKETING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400"/>
              <a:buFont typeface="Georgia"/>
              <a:buNone/>
            </a:pPr>
            <a:r>
              <a:rPr lang="en-US" sz="4400" b="1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STRATEGY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2286000" y="2926080"/>
            <a:ext cx="4572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320040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MARKETING STRATEGY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Georgia"/>
              <a:buNone/>
            </a:pPr>
            <a:r>
              <a:rPr lang="en-US" sz="20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Goal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Increase qualified traffic, free trials, and conversions by focusing on users who are actively looking for business software, especially Small and Medium-sized companies across global markets.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457200" y="2560320"/>
            <a:ext cx="1965960" cy="12801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697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7"/>
          <p:cNvSpPr/>
          <p:nvPr/>
        </p:nvSpPr>
        <p:spPr>
          <a:xfrm>
            <a:off x="457200" y="33832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SEO Strategy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2560320" y="2560320"/>
            <a:ext cx="1965960" cy="12801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6120" y="26517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7"/>
          <p:cNvSpPr/>
          <p:nvPr/>
        </p:nvSpPr>
        <p:spPr>
          <a:xfrm>
            <a:off x="2560320" y="33832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Content Marketing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4663440" y="2560320"/>
            <a:ext cx="1965960" cy="12801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7" name="Google Shape;397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9240" y="2697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7"/>
          <p:cNvSpPr/>
          <p:nvPr/>
        </p:nvSpPr>
        <p:spPr>
          <a:xfrm>
            <a:off x="4666729" y="340614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Social Media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766560" y="2560320"/>
            <a:ext cx="1965960" cy="128016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0" name="Google Shape;400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2360" y="2697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6766560" y="33832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Paid Marketing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Comprehensive multi-channel approach to maximize reach and conversions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KEY FINDINGS &amp; INSIGHTS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8"/>
          <p:cNvSpPr/>
          <p:nvPr/>
        </p:nvSpPr>
        <p:spPr>
          <a:xfrm>
            <a:off x="1371600" y="12801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Strong Digital Foundation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1371600" y="16002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Zoho demonstrates enterprise-level SEO with a 92/100 score, excellent technical implementation, and strong organic visibility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2240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8"/>
          <p:cNvSpPr/>
          <p:nvPr/>
        </p:nvSpPr>
        <p:spPr>
          <a:xfrm>
            <a:off x="1371600" y="21945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Growth Opportunities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371600" y="25146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Significant potential through enhanced content strategy, improved mobile Core Web Vitals, and expanded social media engagement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8" name="Google Shape;418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3154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8"/>
          <p:cNvSpPr/>
          <p:nvPr/>
        </p:nvSpPr>
        <p:spPr>
          <a:xfrm>
            <a:off x="1371600" y="31089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Strategic Direction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1371600" y="34290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Focus on high-intent SEO, product-led content, and industry-specific discovery will maximize qualified trial conversions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1371600" y="40233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Traffic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371600" y="43434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8.9M organic visitors with $9.4M traffic value demonstrates strong market presence and brand authority in the SaaS space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STRATEGIC RECOMMENDATIONS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1097280" y="118872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Optimize Mobile Performance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1097280" y="1444752"/>
            <a:ext cx="7589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Improve LCP and FCP metrics to pass Core Web Vitals and enhance mobile user experience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1097280" y="182880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Expand Content Library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1097280" y="2084832"/>
            <a:ext cx="7589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industry-specific guides, comparison content, and interactive tools to capture high-intent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097280" y="246888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Strengthen Social Presence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097280" y="2724912"/>
            <a:ext cx="7589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Increase LinkedIn and YouTube activity with case studies, demos, and thought leadership content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1097280" y="310896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Enhance Conversion Paths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1097280" y="3364992"/>
            <a:ext cx="7589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 advanced retargeting and optimize trial sign-up flows based on user behavior analytics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097280" y="374904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Georgia"/>
              <a:buNone/>
            </a:pPr>
            <a:r>
              <a:rPr lang="en-US" sz="15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Localize International SEO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097280" y="4005072"/>
            <a:ext cx="7589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region-specific content and case studies to strengthen presence in key global markets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Georgia"/>
              <a:buNone/>
            </a:pPr>
            <a:r>
              <a:rPr lang="en-US" sz="3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8" name="Google Shape;458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799" y="1188719"/>
            <a:ext cx="670341" cy="67034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0"/>
          <p:cNvSpPr/>
          <p:nvPr/>
        </p:nvSpPr>
        <p:spPr>
          <a:xfrm>
            <a:off x="640080" y="205115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This project demonstrates a comprehensive understanding of digital marketing principles through: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700" y="257939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/>
          <p:nvPr/>
        </p:nvSpPr>
        <p:spPr>
          <a:xfrm>
            <a:off x="1295290" y="25603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Thorough website audit identifying both strengths and opportunities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700" y="285141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0"/>
          <p:cNvSpPr/>
          <p:nvPr/>
        </p:nvSpPr>
        <p:spPr>
          <a:xfrm>
            <a:off x="1295290" y="28346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Strategic recommendations aligned with business goals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055" y="3104847"/>
            <a:ext cx="230245" cy="23024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0"/>
          <p:cNvSpPr/>
          <p:nvPr/>
        </p:nvSpPr>
        <p:spPr>
          <a:xfrm>
            <a:off x="1280160" y="3105835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Actionable digital marketing tactics across multiple channels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3794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/>
          <p:nvPr/>
        </p:nvSpPr>
        <p:spPr>
          <a:xfrm>
            <a:off x="1280160" y="37947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Practical application through landing page design and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640080" y="372223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Final Insight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40080" y="4026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The analysis reveals that Zoho has a strong digital foundation with significant growth potential through enhanced content strategy, improved conversion optimization, and expanded social media engagement targeting SMB decision-makers.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-18288" y="0"/>
            <a:ext cx="1549573" cy="1536192"/>
          </a:xfrm>
          <a:prstGeom prst="ellipse">
            <a:avLst/>
          </a:prstGeom>
          <a:solidFill>
            <a:srgbClr val="0B7A7A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1895855" y="3619788"/>
            <a:ext cx="1487425" cy="1520376"/>
          </a:xfrm>
          <a:prstGeom prst="ellipse">
            <a:avLst/>
          </a:prstGeom>
          <a:solidFill>
            <a:srgbClr val="0B7A7A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274320" y="9144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Scent &amp;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274320" y="14173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Ember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274320" y="20574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"Your Best Friend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for Solitude"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274320" y="297180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274320" y="315468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274320" y="332841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0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8F0F0"/>
                </a:solidFill>
                <a:latin typeface="Calibri"/>
                <a:ea typeface="Calibri"/>
                <a:cs typeface="Calibri"/>
                <a:sym typeface="Calibri"/>
              </a:rPr>
              <a:t>Canva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274320" y="36301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274320" y="380390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0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8F0F0"/>
                </a:solidFill>
                <a:latin typeface="Calibri"/>
                <a:ea typeface="Calibri"/>
                <a:cs typeface="Calibri"/>
                <a:sym typeface="Calibri"/>
              </a:rPr>
              <a:t>Leads &amp; Brand Awareness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274320" y="41056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274320" y="427939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0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8F0F0"/>
                </a:solidFill>
                <a:latin typeface="Calibri"/>
                <a:ea typeface="Calibri"/>
                <a:cs typeface="Calibri"/>
                <a:sym typeface="Calibri"/>
              </a:rPr>
              <a:t>Women 18–30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3749040" y="3200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3333"/>
                </a:solidFill>
                <a:latin typeface="Georgia"/>
                <a:ea typeface="Georgia"/>
                <a:cs typeface="Georgia"/>
                <a:sym typeface="Georgia"/>
              </a:rPr>
              <a:t>Landing Page Case Study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749040" y="89611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Premium Candle Brand  •  Lead Generation Campaign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3749040" y="1325880"/>
            <a:ext cx="502920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3749040" y="1325880"/>
            <a:ext cx="54864" cy="1005840"/>
          </a:xfrm>
          <a:prstGeom prst="rect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3913632" y="13898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Concept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3913632" y="1609344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Premium fragrance candle brand focused on confidence, attraction, and emotional experience — designed to connect deeply with its audience.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3749040" y="2487168"/>
            <a:ext cx="5029200" cy="1335024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1"/>
          <p:cNvSpPr/>
          <p:nvPr/>
        </p:nvSpPr>
        <p:spPr>
          <a:xfrm>
            <a:off x="3749040" y="2487168"/>
            <a:ext cx="54864" cy="1280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1"/>
          <p:cNvSpPr/>
          <p:nvPr/>
        </p:nvSpPr>
        <p:spPr>
          <a:xfrm>
            <a:off x="3913632" y="255117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Page Flow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3913632" y="2862072"/>
            <a:ext cx="201168" cy="20116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3913632" y="28620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4169664" y="286207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Hero (brand + emotion)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3913632" y="3090672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>
            <a:off x="3913632" y="30906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169664" y="309067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Product details (notes &amp; benefits)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3913632" y="3319272"/>
            <a:ext cx="201168" cy="201168"/>
          </a:xfrm>
          <a:prstGeom prst="ellipse">
            <a:avLst/>
          </a:prstGeom>
          <a:solidFill>
            <a:srgbClr val="02A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3913632" y="33192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4169664" y="331927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Me time - Section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3913632" y="3547872"/>
            <a:ext cx="201168" cy="201168"/>
          </a:xfrm>
          <a:prstGeom prst="ellipse">
            <a:avLst/>
          </a:prstGeom>
          <a:solidFill>
            <a:srgbClr val="05C8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3913632" y="35478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169664" y="354787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CTA (email signup) and Customer Feedback section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4066032" y="37002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3F954-3C15-B3AA-6AF3-AFBA2B728011}"/>
              </a:ext>
            </a:extLst>
          </p:cNvPr>
          <p:cNvSpPr txBox="1"/>
          <p:nvPr/>
        </p:nvSpPr>
        <p:spPr>
          <a:xfrm>
            <a:off x="3913632" y="4247388"/>
            <a:ext cx="45794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sng" dirty="0">
                <a:solidFill>
                  <a:schemeClr val="tx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https://scentandember.my.canva.site/hello-scent-ember-com</a:t>
            </a:r>
            <a:endParaRPr lang="en-US" sz="1100" dirty="0">
              <a:solidFill>
                <a:schemeClr val="tx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Offerings &amp; Target Audience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6858000" y="2560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Scent &amp; Ember  •  Premium Candle Brand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365760" y="11430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8F8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8F8F"/>
                </a:solidFill>
                <a:latin typeface="Calibri"/>
                <a:ea typeface="Calibri"/>
                <a:cs typeface="Calibri"/>
                <a:sym typeface="Calibri"/>
              </a:rPr>
              <a:t>KEY OFFERINGS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65760" y="150876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640080" y="1760220"/>
            <a:ext cx="457200" cy="45720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3" name="Google Shape;52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664" y="18608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2"/>
          <p:cNvSpPr/>
          <p:nvPr/>
        </p:nvSpPr>
        <p:spPr>
          <a:xfrm>
            <a:off x="1170432" y="160020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Long-Lasting Luxury Perfume Candle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1170432" y="183794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Premium scent formulas designed for healing and solitude companion.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65760" y="260604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640080" y="2857500"/>
            <a:ext cx="457200" cy="45720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8" name="Google Shape;528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664" y="29580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2"/>
          <p:cNvSpPr/>
          <p:nvPr/>
        </p:nvSpPr>
        <p:spPr>
          <a:xfrm>
            <a:off x="1170432" y="269748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Personalized Scent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1170432" y="293522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Unique fragrances that react with individuals for a truly personal experience.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365760" y="370332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2"/>
          <p:cNvSpPr/>
          <p:nvPr/>
        </p:nvSpPr>
        <p:spPr>
          <a:xfrm>
            <a:off x="640080" y="3954780"/>
            <a:ext cx="457200" cy="45720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3" name="Google Shape;533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664" y="40553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2"/>
          <p:cNvSpPr/>
          <p:nvPr/>
        </p:nvSpPr>
        <p:spPr>
          <a:xfrm>
            <a:off x="1170432" y="379476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Healing Companion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170432" y="403250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Crafted to support emotional wellbeing — a comfort in moments of solitude.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4754880" y="11430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8F8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8F8F"/>
                </a:solidFill>
                <a:latin typeface="Calibri"/>
                <a:ea typeface="Calibri"/>
                <a:cs typeface="Calibri"/>
                <a:sym typeface="Calibri"/>
              </a:rPr>
              <a:t>TARGET AUDIENCE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4754880" y="1508760"/>
            <a:ext cx="4023360" cy="1417320"/>
          </a:xfrm>
          <a:prstGeom prst="rect">
            <a:avLst/>
          </a:prstGeom>
          <a:solidFill>
            <a:srgbClr val="0A6B6B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7132320" y="1280160"/>
            <a:ext cx="1645920" cy="1645920"/>
          </a:xfrm>
          <a:prstGeom prst="ellipse">
            <a:avLst/>
          </a:prstGeom>
          <a:solidFill>
            <a:srgbClr val="0B7A7A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5052060" y="1623060"/>
            <a:ext cx="502920" cy="50292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0" name="Google Shape;540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62702" y="173370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2"/>
          <p:cNvSpPr/>
          <p:nvPr/>
        </p:nvSpPr>
        <p:spPr>
          <a:xfrm>
            <a:off x="5623560" y="160934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Young Women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5623560" y="190195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Ages 18 – 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4892040" y="22402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Beauty &amp; lifestyle focused consumers seeking premium, meaningful fragrance experiences.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4754880" y="3090672"/>
            <a:ext cx="4023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4983480" y="3163824"/>
            <a:ext cx="365760" cy="36576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6" name="Google Shape;546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3947" y="3244291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2"/>
          <p:cNvSpPr/>
          <p:nvPr/>
        </p:nvSpPr>
        <p:spPr>
          <a:xfrm>
            <a:off x="5458968" y="316382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Values authenticity &amp; self-expression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4754880" y="3703320"/>
            <a:ext cx="4023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4983480" y="3776472"/>
            <a:ext cx="365760" cy="36576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63947" y="3856939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2"/>
          <p:cNvSpPr/>
          <p:nvPr/>
        </p:nvSpPr>
        <p:spPr>
          <a:xfrm>
            <a:off x="5458968" y="37764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Lifestyle &amp; beauty conscious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4754880" y="4315968"/>
            <a:ext cx="4023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4983480" y="4389120"/>
            <a:ext cx="365760" cy="365760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63947" y="4469587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2"/>
          <p:cNvSpPr/>
          <p:nvPr/>
        </p:nvSpPr>
        <p:spPr>
          <a:xfrm>
            <a:off x="5458968" y="43891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3333"/>
                </a:solidFill>
                <a:latin typeface="Calibri"/>
                <a:ea typeface="Calibri"/>
                <a:cs typeface="Calibri"/>
                <a:sym typeface="Calibri"/>
              </a:rPr>
              <a:t>Drawn to emotional brand stories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A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6858000" y="-457200"/>
            <a:ext cx="2286000" cy="2286000"/>
          </a:xfrm>
          <a:prstGeom prst="ellipse">
            <a:avLst/>
          </a:prstGeom>
          <a:solidFill>
            <a:srgbClr val="0B7A7A">
              <a:alpha val="5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5669280" y="3474720"/>
            <a:ext cx="2560320" cy="2560320"/>
          </a:xfrm>
          <a:prstGeom prst="ellipse">
            <a:avLst/>
          </a:prstGeom>
          <a:solidFill>
            <a:srgbClr val="0B7A7A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3"/>
          <p:cNvSpPr/>
          <p:nvPr/>
        </p:nvSpPr>
        <p:spPr>
          <a:xfrm>
            <a:off x="411480" y="228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333"/>
              </a:buClr>
              <a:buSzPts val="2600"/>
              <a:buFont typeface="Georgia"/>
              <a:buNone/>
            </a:pPr>
            <a:r>
              <a:rPr lang="en-US" sz="2600" b="1">
                <a:solidFill>
                  <a:srgbClr val="1A3333"/>
                </a:solidFill>
                <a:latin typeface="Georgia"/>
                <a:ea typeface="Georgia"/>
                <a:cs typeface="Georgia"/>
                <a:sym typeface="Georgia"/>
              </a:rPr>
              <a:t>Landing Page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411480" y="64008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8F8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D8F8F"/>
                </a:solidFill>
                <a:latin typeface="Calibri"/>
                <a:ea typeface="Calibri"/>
                <a:cs typeface="Calibri"/>
                <a:sym typeface="Calibri"/>
              </a:rPr>
              <a:t>Features &amp; Design Goals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411480" y="1170432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603504" y="1271016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0" name="Google Shape;570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995" y="1355507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3"/>
          <p:cNvSpPr/>
          <p:nvPr/>
        </p:nvSpPr>
        <p:spPr>
          <a:xfrm>
            <a:off x="1069848" y="1261872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Premium Visual Design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1069848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High-end aesthetic that reflects brand luxury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2880360" y="1170432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3072384" y="1271016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5" name="Google Shape;575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6875" y="1355507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3"/>
          <p:cNvSpPr/>
          <p:nvPr/>
        </p:nvSpPr>
        <p:spPr>
          <a:xfrm>
            <a:off x="3538728" y="1261872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Clear Value Proposition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3538728" y="151790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Immediate emotional resonance with visitors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411480" y="2340864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603504" y="2441448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0" name="Google Shape;580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995" y="2525939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3"/>
          <p:cNvSpPr/>
          <p:nvPr/>
        </p:nvSpPr>
        <p:spPr>
          <a:xfrm>
            <a:off x="1069848" y="2432304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Product Showcase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1069848" y="2688336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Beautiful product display with scent notes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2880360" y="2340864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3072384" y="2441448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6875" y="2525939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3"/>
          <p:cNvSpPr/>
          <p:nvPr/>
        </p:nvSpPr>
        <p:spPr>
          <a:xfrm>
            <a:off x="3538728" y="2432304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Lead Capture Form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3538728" y="2688336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Email signup with compelling incentive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11480" y="3511296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603504" y="3611880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0" name="Google Shape;590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995" y="369637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/>
          <p:nvPr/>
        </p:nvSpPr>
        <p:spPr>
          <a:xfrm>
            <a:off x="1069848" y="360273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Brand Storytelling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1069848" y="38587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Pheromone science woven into the narrative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2880360" y="3511296"/>
            <a:ext cx="2331720" cy="1005840"/>
          </a:xfrm>
          <a:prstGeom prst="rect">
            <a:avLst/>
          </a:prstGeom>
          <a:solidFill>
            <a:srgbClr val="F5FAFA"/>
          </a:solidFill>
          <a:ln>
            <a:noFill/>
          </a:ln>
          <a:effectLst>
            <a:outerShdw blurRad="1016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3072384" y="3611880"/>
            <a:ext cx="384048" cy="384048"/>
          </a:xfrm>
          <a:prstGeom prst="ellipse">
            <a:avLst/>
          </a:prstGeom>
          <a:solidFill>
            <a:srgbClr val="0D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5" name="Google Shape;595;p2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56875" y="369637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3"/>
          <p:cNvSpPr/>
          <p:nvPr/>
        </p:nvSpPr>
        <p:spPr>
          <a:xfrm>
            <a:off x="3538728" y="360273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6B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A6B6B"/>
                </a:solidFill>
                <a:latin typeface="Calibri"/>
                <a:ea typeface="Calibri"/>
                <a:cs typeface="Calibri"/>
                <a:sym typeface="Calibri"/>
              </a:rPr>
              <a:t>Mobile Responsive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3538728" y="3858768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68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868"/>
                </a:solidFill>
                <a:latin typeface="Calibri"/>
                <a:ea typeface="Calibri"/>
                <a:cs typeface="Calibri"/>
                <a:sym typeface="Calibri"/>
              </a:rPr>
              <a:t>Optimized for beauty &amp; lifestyle audience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035040" y="4572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 a Glance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6080760" y="1463040"/>
            <a:ext cx="2834640" cy="9144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6080760" y="150876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4200"/>
              <a:buFont typeface="Georgia"/>
              <a:buNone/>
            </a:pPr>
            <a:r>
              <a:rPr lang="en-US" sz="4200" b="1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7086600" y="171907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6080760" y="2560320"/>
            <a:ext cx="2834640" cy="9144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6080760" y="26060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4200"/>
              <a:buFont typeface="Georgia"/>
              <a:buNone/>
            </a:pPr>
            <a:r>
              <a:rPr lang="en-US" sz="4200" b="1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7086600" y="28163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Sections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6080760" y="3657600"/>
            <a:ext cx="2834640" cy="91440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3"/>
          <p:cNvSpPr/>
          <p:nvPr/>
        </p:nvSpPr>
        <p:spPr>
          <a:xfrm>
            <a:off x="6080760" y="370332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4200"/>
              <a:buFont typeface="Georgia"/>
              <a:buNone/>
            </a:pPr>
            <a:r>
              <a:rPr lang="en-US" sz="4200" b="1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7086600" y="391363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 CTA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0" y="4965192"/>
            <a:ext cx="5806440" cy="182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4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lang="en-US" sz="5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Digital Marketing Project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6F5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E8F6F5"/>
                </a:solidFill>
                <a:latin typeface="Calibri"/>
                <a:ea typeface="Calibri"/>
                <a:cs typeface="Calibri"/>
                <a:sym typeface="Calibri"/>
              </a:rPr>
              <a:t>Zoho Corporation Analysis &amp; Landing Page Development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1367</Words>
  <Application>Microsoft Office PowerPoint</Application>
  <PresentationFormat>On-screen Show (16:9)</PresentationFormat>
  <Paragraphs>320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Digital Marketing Team</dc:creator>
  <cp:lastModifiedBy>Manjula K</cp:lastModifiedBy>
  <cp:revision>3</cp:revision>
  <dcterms:created xsi:type="dcterms:W3CDTF">2026-02-08T07:39:48Z</dcterms:created>
  <dcterms:modified xsi:type="dcterms:W3CDTF">2026-09-17T05:28:47Z</dcterms:modified>
</cp:coreProperties>
</file>